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0558E-7371-4B9A-8AAD-50494520C300}" v="44" dt="2024-04-11T20:20:23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22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1T19:42:22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8 512 0 0,'-10'5'1410'0'0,"-7"-5"-1218"0"0,-7 0-769 0 0,-6 0-223 0 0,-4-12 191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F2C86-851F-E969-5BC3-E584C254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759E07-77DE-8096-AA71-0584F0FBC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EA4560-F8D6-5C0B-838E-7877701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B921BA-933A-F3CA-0A10-140CBE61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8F824-6818-F34A-7643-F15C6C2F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326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2B497-5E95-45BA-5082-88A2FF09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64E318-35AB-46E9-E628-199B2F53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6705C0-2BD3-69E4-1995-E74917C7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E09333-1EE4-628D-1029-194B4807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0C8F5-D31A-2750-31B2-DD4B800B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6783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B1A54-452D-1E05-61E7-E8B18076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53BF64-2958-A229-A31D-D4AAB786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4674F2-5120-F302-1A8B-46D48E42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66051E-6230-B090-B6B4-7722AE44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E9982C-FBE5-68E2-5CF2-94283943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937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DF18C-15BE-219A-CE88-730B8A83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B49D4-35D9-FC9B-A012-05119D2CE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F595E9-F703-F020-CA02-1ECB0715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872ECB-C631-8450-21B0-869DFF83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4BFEC4-7D95-A485-F390-7017830D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BDAAAF-AE33-E44C-C535-FBA31CEC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430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C233D-B037-6109-3944-29AA5BDB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221925-F81F-6D22-17D4-86981DA32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69D39A-F6A9-06D1-BB4F-7FCF486CA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E8698F-61D8-6DAF-6E3D-15B9255B7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3AF6A8-49CC-D7E9-6D3B-05C9D9D76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1134F13-74DF-DC49-A899-08E4A8EF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860296-1E9E-4901-F047-001E0A55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5DA13A-359D-7F7E-A0E5-24118E0B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179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CA8FD-3D27-0EAC-8CA9-BD3826EC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471A71C-A32E-6815-1923-DE2C3227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8C2AE8-27AF-A67D-A9DB-10F6A315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3CDE7-E8CD-5591-A66A-C54CCFB1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183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FB4529-D0BE-89B0-B3D1-639514C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6E9808-CBC1-2965-294C-AA74F3CB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7122BF-5162-24D0-8A58-472215F9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9B3E76-6FCB-8788-A17B-73533996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72E15-E112-1A6B-E82A-B08120E5D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439D5-7925-4B2C-18BE-7A07C83CA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4615EF-09C0-A365-9837-45B1709D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0C9113-175C-38E6-0C89-03618C2C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8102B5-4720-924F-1B20-5337D965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731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DA5C1A-8D53-965B-C93C-583EC057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3D4E0A-BCDE-D459-5774-7942D855B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91FC6E-6D5F-6A82-FEAC-30D1637EA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FC9329-DD21-6F13-7DE8-99B70E0D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1B8C27-BDA9-9821-1123-9B1BC30D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F8F2E1-0E0F-1098-991D-D75CB6B0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02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6B50C-BC6B-895C-7997-4EDBEB71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22C6FB-6F7D-F751-2029-2138B040F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1C7236-7C1C-10EB-6FBD-67B5D812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DF3943-ED00-422E-431B-38B8532F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F08C9-45B4-DA55-E974-1F94F63E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449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F8AC8C-2843-818B-6D22-B40118881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FFD714-8D58-CF92-E83D-63F43E2B0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F67E1D-540D-06D1-4B44-E9A7BCF1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61EF7E-0583-F6B2-4BBD-B14F05EE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2D68EF-DB6F-36A6-0F1B-841DF834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304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91745F-7409-36F3-BE66-7A116740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A3F24A-8150-D441-922A-79B43ED02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9DE201-64DE-CB5C-4400-9D1D3FF42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023E73-561A-2985-FD8F-EC3FE81AF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7CCACB-EF02-47F7-4056-57714F24C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167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t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gif"/><Relationship Id="rId5" Type="http://schemas.openxmlformats.org/officeDocument/2006/relationships/image" Target="../media/image16.tif"/><Relationship Id="rId4" Type="http://schemas.openxmlformats.org/officeDocument/2006/relationships/image" Target="../media/image15.t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ti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ti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gif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A0FE6485-C717-B708-B02D-9BB5AF140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8" descr="Une image contenant Graphique, Police, graphisme, symbole&#10;&#10;Description générée automatiquement">
            <a:extLst>
              <a:ext uri="{FF2B5EF4-FFF2-40B4-BE49-F238E27FC236}">
                <a16:creationId xmlns:a16="http://schemas.microsoft.com/office/drawing/2014/main" id="{6119E49F-EE48-B823-F442-7F1E287BE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698725"/>
            <a:ext cx="5238750" cy="3000375"/>
          </a:xfrm>
          <a:prstGeom prst="rect">
            <a:avLst/>
          </a:prstGeom>
        </p:spPr>
      </p:pic>
      <p:pic>
        <p:nvPicPr>
          <p:cNvPr id="13" name="Image 12" descr="Une image contenant pixel, Graphique&#10;&#10;Description générée automatiquement">
            <a:extLst>
              <a:ext uri="{FF2B5EF4-FFF2-40B4-BE49-F238E27FC236}">
                <a16:creationId xmlns:a16="http://schemas.microsoft.com/office/drawing/2014/main" id="{A951509F-BE51-2AB3-9AB0-F45697EFE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4" y="4190640"/>
            <a:ext cx="1619250" cy="1857375"/>
          </a:xfrm>
          <a:prstGeom prst="rect">
            <a:avLst/>
          </a:prstGeom>
        </p:spPr>
      </p:pic>
      <p:pic>
        <p:nvPicPr>
          <p:cNvPr id="15" name="Image 14" descr="Une image contenant Graphique, pixel, Caractère coloré&#10;&#10;Description générée automatiquement">
            <a:extLst>
              <a:ext uri="{FF2B5EF4-FFF2-40B4-BE49-F238E27FC236}">
                <a16:creationId xmlns:a16="http://schemas.microsoft.com/office/drawing/2014/main" id="{81FB010C-AA49-807B-BA02-6AA7F91CD2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4" y="4190640"/>
            <a:ext cx="1619250" cy="1857375"/>
          </a:xfrm>
          <a:prstGeom prst="rect">
            <a:avLst/>
          </a:prstGeom>
        </p:spPr>
      </p:pic>
      <p:pic>
        <p:nvPicPr>
          <p:cNvPr id="17" name="Image 16" descr="Une image contenant pixel, Graphique, Caractère coloré&#10;&#10;Description générée automatiquement">
            <a:extLst>
              <a:ext uri="{FF2B5EF4-FFF2-40B4-BE49-F238E27FC236}">
                <a16:creationId xmlns:a16="http://schemas.microsoft.com/office/drawing/2014/main" id="{F8A54DE7-8613-C77A-F02B-5BE994D818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99" y="4258997"/>
            <a:ext cx="1619250" cy="1857375"/>
          </a:xfrm>
          <a:prstGeom prst="rect">
            <a:avLst/>
          </a:prstGeom>
        </p:spPr>
      </p:pic>
      <p:pic>
        <p:nvPicPr>
          <p:cNvPr id="19" name="Image 18" descr="Une image contenant pixel&#10;&#10;Description générée automatiquement">
            <a:extLst>
              <a:ext uri="{FF2B5EF4-FFF2-40B4-BE49-F238E27FC236}">
                <a16:creationId xmlns:a16="http://schemas.microsoft.com/office/drawing/2014/main" id="{DB7F9120-BD30-C716-BC76-1443359AEF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5" y="4191283"/>
            <a:ext cx="16192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9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B7BA3591-7870-D994-D2DA-1709115C0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D39F609C-738D-E540-BE70-61B3F39DB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291" y="380291"/>
            <a:ext cx="8129888" cy="6097417"/>
          </a:xfrm>
          <a:prstGeom prst="rect">
            <a:avLst/>
          </a:prstGeom>
        </p:spPr>
      </p:pic>
      <p:pic>
        <p:nvPicPr>
          <p:cNvPr id="8" name="Image 7" descr="Une image contenant pixel, Graphique, Caractère coloré&#10;&#10;Description générée automatiquement">
            <a:extLst>
              <a:ext uri="{FF2B5EF4-FFF2-40B4-BE49-F238E27FC236}">
                <a16:creationId xmlns:a16="http://schemas.microsoft.com/office/drawing/2014/main" id="{68B0AD2E-534F-8CE3-EDD3-44B2DC4F7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2" y="359229"/>
            <a:ext cx="999427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2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45B8BADF-219D-431F-9704-DE31CF237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455" y="933341"/>
            <a:ext cx="6655090" cy="4991318"/>
          </a:xfrm>
          <a:prstGeom prst="rect">
            <a:avLst/>
          </a:prstGeom>
        </p:spPr>
      </p:pic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1ADBD455-DDF4-C567-2544-1D903A34E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A6A3B6C-A60D-3B3C-96FA-478546809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5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820E7FCB-F245-C622-AB15-ACEA8F69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capture d’écran, clipart, dessin humoristique, conception&#10;&#10;Description générée automatiquement">
            <a:extLst>
              <a:ext uri="{FF2B5EF4-FFF2-40B4-BE49-F238E27FC236}">
                <a16:creationId xmlns:a16="http://schemas.microsoft.com/office/drawing/2014/main" id="{222E39D9-B7D1-9EAC-B253-17125F646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70" y="719818"/>
            <a:ext cx="3024203" cy="5418364"/>
          </a:xfrm>
          <a:prstGeom prst="rect">
            <a:avLst/>
          </a:prstGeom>
        </p:spPr>
      </p:pic>
      <p:pic>
        <p:nvPicPr>
          <p:cNvPr id="6" name="Image 5" descr="Une image contenant capture d’écran, dessin humoristique, conception&#10;&#10;Description générée automatiquement">
            <a:extLst>
              <a:ext uri="{FF2B5EF4-FFF2-40B4-BE49-F238E27FC236}">
                <a16:creationId xmlns:a16="http://schemas.microsoft.com/office/drawing/2014/main" id="{9E133ADE-D745-B00F-07ED-237334634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98" y="719818"/>
            <a:ext cx="3024203" cy="5418364"/>
          </a:xfrm>
          <a:prstGeom prst="rect">
            <a:avLst/>
          </a:prstGeom>
        </p:spPr>
      </p:pic>
      <p:pic>
        <p:nvPicPr>
          <p:cNvPr id="8" name="Image 7" descr="Une image contenant capture d’écran, texte, dessin humoristique, conception&#10;&#10;Description générée automatiquement">
            <a:extLst>
              <a:ext uri="{FF2B5EF4-FFF2-40B4-BE49-F238E27FC236}">
                <a16:creationId xmlns:a16="http://schemas.microsoft.com/office/drawing/2014/main" id="{4C52D097-1EC2-5C11-07E2-CCAD5C9B56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026" y="719818"/>
            <a:ext cx="3024203" cy="54183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B6F5ECCB-04A4-9FF0-A380-3F458258B071}"/>
                  </a:ext>
                </a:extLst>
              </p14:cNvPr>
              <p14:cNvContentPartPr/>
              <p14:nvPr/>
            </p14:nvContentPartPr>
            <p14:xfrm>
              <a:off x="-1132943" y="-1243969"/>
              <a:ext cx="42120" cy="5040"/>
            </p14:xfrm>
          </p:contentPart>
        </mc:Choice>
        <mc:Fallback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B6F5ECCB-04A4-9FF0-A380-3F458258B0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141583" y="-1252609"/>
                <a:ext cx="5976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0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noir&#10;&#10;Description générée automatiquement">
            <a:extLst>
              <a:ext uri="{FF2B5EF4-FFF2-40B4-BE49-F238E27FC236}">
                <a16:creationId xmlns:a16="http://schemas.microsoft.com/office/drawing/2014/main" id="{0C2D62FB-6F8B-B0B3-3AF4-9B3499270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8" y="16329"/>
            <a:ext cx="12095544" cy="6825342"/>
          </a:xfrm>
          <a:prstGeom prst="rect">
            <a:avLst/>
          </a:prstGeom>
        </p:spPr>
      </p:pic>
      <p:pic>
        <p:nvPicPr>
          <p:cNvPr id="9" name="Image 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820E7FCB-F245-C622-AB15-ACEA8F69E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capture d’écran, dessin humoristique, conception&#10;&#10;Description générée automatiquement">
            <a:extLst>
              <a:ext uri="{FF2B5EF4-FFF2-40B4-BE49-F238E27FC236}">
                <a16:creationId xmlns:a16="http://schemas.microsoft.com/office/drawing/2014/main" id="{9E133ADE-D745-B00F-07ED-237334634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613" y="427265"/>
            <a:ext cx="3350774" cy="600347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4F4499EC-A943-B35D-0CDB-6FCA53EF4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2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4662AF93-6ADA-4DA0-A609-8032B0EDC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22B5C7D-B37A-A615-04FD-8076B9EE4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0"/>
          </a:xfrm>
          <a:prstGeom prst="rect">
            <a:avLst/>
          </a:prstGeom>
        </p:spPr>
      </p:pic>
      <p:pic>
        <p:nvPicPr>
          <p:cNvPr id="8" name="Image 7" descr="Une image contenant capture d’écran, texte, Caractère coloré, conception&#10;&#10;Description générée automatiquement">
            <a:extLst>
              <a:ext uri="{FF2B5EF4-FFF2-40B4-BE49-F238E27FC236}">
                <a16:creationId xmlns:a16="http://schemas.microsoft.com/office/drawing/2014/main" id="{84935672-0144-6746-24BB-A7BAF980B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34" y="390730"/>
            <a:ext cx="9730332" cy="60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2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0B4BFE61-9A74-F565-2B4D-206DEE196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pixel, Graphique, Caractère coloré&#10;&#10;Description générée automatiquement">
            <a:extLst>
              <a:ext uri="{FF2B5EF4-FFF2-40B4-BE49-F238E27FC236}">
                <a16:creationId xmlns:a16="http://schemas.microsoft.com/office/drawing/2014/main" id="{E87D0E3C-8BFD-3F7E-41E6-22E748F31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2" y="359229"/>
            <a:ext cx="999427" cy="1146401"/>
          </a:xfrm>
          <a:prstGeom prst="rect">
            <a:avLst/>
          </a:prstGeom>
        </p:spPr>
      </p:pic>
      <p:pic>
        <p:nvPicPr>
          <p:cNvPr id="6" name="Image 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39500F75-1632-DC9D-5AA2-E2028329D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655" y="534774"/>
            <a:ext cx="5682690" cy="795310"/>
          </a:xfrm>
          <a:prstGeom prst="rect">
            <a:avLst/>
          </a:prstGeom>
        </p:spPr>
      </p:pic>
      <p:pic>
        <p:nvPicPr>
          <p:cNvPr id="8" name="Image 7" descr="Une image contenant texte, capture d’écran, Police, vert&#10;&#10;Description générée automatiquement">
            <a:extLst>
              <a:ext uri="{FF2B5EF4-FFF2-40B4-BE49-F238E27FC236}">
                <a16:creationId xmlns:a16="http://schemas.microsoft.com/office/drawing/2014/main" id="{C063CE99-37BE-1BE9-2192-2D6102BD9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290" y="1607039"/>
            <a:ext cx="6679419" cy="1531484"/>
          </a:xfrm>
          <a:prstGeom prst="rect">
            <a:avLst/>
          </a:prstGeom>
        </p:spPr>
      </p:pic>
      <p:pic>
        <p:nvPicPr>
          <p:cNvPr id="14" name="Image 13" descr="Une image contenant texte, noir et blanc, blanc, Police&#10;&#10;Description générée automatiquement">
            <a:extLst>
              <a:ext uri="{FF2B5EF4-FFF2-40B4-BE49-F238E27FC236}">
                <a16:creationId xmlns:a16="http://schemas.microsoft.com/office/drawing/2014/main" id="{B6B7BFA5-CEBD-F0F6-0FB0-724478A4D7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38" y="32658"/>
            <a:ext cx="9724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0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76968AB6-068C-15AF-4038-70C073054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0BD280F1-F554-4EDC-C008-24C181BC8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655" y="534774"/>
            <a:ext cx="5682690" cy="7953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5DA8048-BE53-2E4A-7F16-1117F8CFB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0"/>
          </a:xfrm>
          <a:prstGeom prst="rect">
            <a:avLst/>
          </a:prstGeom>
        </p:spPr>
      </p:pic>
      <p:pic>
        <p:nvPicPr>
          <p:cNvPr id="7" name="Image 6" descr="Une image contenant texte, capture d’écran, Police, écriture manuscrite&#10;&#10;Description générée automatiquement">
            <a:extLst>
              <a:ext uri="{FF2B5EF4-FFF2-40B4-BE49-F238E27FC236}">
                <a16:creationId xmlns:a16="http://schemas.microsoft.com/office/drawing/2014/main" id="{1F583239-CA0D-C0EB-2B57-013818572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471"/>
            <a:ext cx="8172531" cy="4018161"/>
          </a:xfrm>
          <a:prstGeom prst="rect">
            <a:avLst/>
          </a:prstGeom>
        </p:spPr>
      </p:pic>
      <p:pic>
        <p:nvPicPr>
          <p:cNvPr id="9" name="Image 8" descr="Une image contenant Visage humain, dessin, clipart, illustration&#10;&#10;Description générée automatiquement">
            <a:extLst>
              <a:ext uri="{FF2B5EF4-FFF2-40B4-BE49-F238E27FC236}">
                <a16:creationId xmlns:a16="http://schemas.microsoft.com/office/drawing/2014/main" id="{42505A53-CA69-9BF1-905B-CBB1F33275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19" y="1897516"/>
            <a:ext cx="4865046" cy="38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A49D5BF4-B8EE-E43E-E61E-ADAEB5CF5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43DB3499-6D1B-040E-2314-F3A153B01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655" y="534774"/>
            <a:ext cx="5682690" cy="7953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CA796AC-37CB-E18F-F3A1-BD352508E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9B2923AE-5CEF-EDC3-EA8E-4D239834A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77" y="534774"/>
            <a:ext cx="10150245" cy="499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1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60E067B0-3AE3-76A0-5758-0BF0753E8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C847B7CF-3753-E459-0C15-D424D8471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877" y="227392"/>
            <a:ext cx="6774245" cy="338432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5CCBCE0-7770-5304-65BE-976DB2D32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  <p:pic>
        <p:nvPicPr>
          <p:cNvPr id="8" name="Image 7" descr="Une image contenant clipart, dessin humoristique&#10;&#10;Description générée automatiquement">
            <a:extLst>
              <a:ext uri="{FF2B5EF4-FFF2-40B4-BE49-F238E27FC236}">
                <a16:creationId xmlns:a16="http://schemas.microsoft.com/office/drawing/2014/main" id="{DD300C9D-9B7E-BC3E-8BF0-D1B6F44F9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49" y="3133320"/>
            <a:ext cx="47625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536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0</Words>
  <Application>Microsoft Office PowerPoint</Application>
  <PresentationFormat>Grand écran</PresentationFormat>
  <Paragraphs>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Décarie Marie-Anne</dc:creator>
  <cp:lastModifiedBy>Marie-Anne D.</cp:lastModifiedBy>
  <cp:revision>2</cp:revision>
  <dcterms:created xsi:type="dcterms:W3CDTF">2024-04-11T14:19:44Z</dcterms:created>
  <dcterms:modified xsi:type="dcterms:W3CDTF">2024-04-11T20:21:25Z</dcterms:modified>
</cp:coreProperties>
</file>